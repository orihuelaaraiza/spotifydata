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Spotify: dos huellas musicales comparadas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91414"/>
                </a:solidFill>
              </a:defRPr>
            </a:pPr>
            <a:r>
              <a:t>420,913 eventos limpios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Juan Pablo Orihuela Araiza y Aranza Romo Lima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Limpieza, EDA, Machine Learning, dashboard y reflexion de privacidad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Base procesada con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91414"/>
                </a:solidFill>
              </a:defRPr>
            </a:pPr>
            <a:r>
              <a:t>Juan Pablo: 17 JSON de audio, 178,909 filas limpias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Aranza: 24 JSON de audio, 242,004 filas limpias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CSV final sin direcciones 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Intensidad mensual comparada</a:t>
            </a:r>
          </a:p>
        </p:txBody>
      </p:sp>
      <p:pic>
        <p:nvPicPr>
          <p:cNvPr id="3" name="Picture 2" descr="01_comparativo_horas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Cambios de etapa y meses pico visibles en el tiempo.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Indicadores generales</a:t>
            </a:r>
          </a:p>
        </p:txBody>
      </p:sp>
      <p:pic>
        <p:nvPicPr>
          <p:cNvPr id="3" name="Picture 2" descr="02_comparativo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Mayor tiempo: Aranza Romo Lima</a:t>
            </a:r>
          </a:p>
          <a:p>
            <a:pPr>
              <a:defRPr sz="1400">
                <a:solidFill>
                  <a:srgbClr val="191414"/>
                </a:solidFill>
              </a:defRPr>
            </a:pPr>
            <a:r>
              <a:t>Mayor diversidad: Aranza Romo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Juan: favoritos principales</a:t>
            </a:r>
          </a:p>
        </p:txBody>
      </p:sp>
      <p:pic>
        <p:nvPicPr>
          <p:cNvPr id="3" name="Picture 2" descr="04_top20_artistas_ho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Top artista: Twenty One Pilots</a:t>
            </a:r>
          </a:p>
          <a:p>
            <a:pPr>
              <a:defRPr sz="1400">
                <a:solidFill>
                  <a:srgbClr val="191414"/>
                </a:solidFill>
              </a:defRPr>
            </a:pPr>
            <a:r>
              <a:t>Top 10 artistas = 27.4% del tiempo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Juan: diversidad y exploracion</a:t>
            </a:r>
          </a:p>
        </p:txBody>
      </p:sp>
      <p:pic>
        <p:nvPicPr>
          <p:cNvPr id="3" name="Picture 2" descr="06_diversidad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7,993 canciones unicas</a:t>
            </a:r>
          </a:p>
          <a:p>
            <a:pPr>
              <a:defRPr sz="1400">
                <a:solidFill>
                  <a:srgbClr val="191414"/>
                </a:solidFill>
              </a:defRPr>
            </a:pPr>
            <a:r>
              <a:t>Mes pico: 2025-11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Aranza: favoritos principales</a:t>
            </a:r>
          </a:p>
        </p:txBody>
      </p:sp>
      <p:pic>
        <p:nvPicPr>
          <p:cNvPr id="3" name="Picture 2" descr="04_top20_artistas_ho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Top artista: Morat</a:t>
            </a:r>
          </a:p>
          <a:p>
            <a:pPr>
              <a:defRPr sz="1400">
                <a:solidFill>
                  <a:srgbClr val="191414"/>
                </a:solidFill>
              </a:defRPr>
            </a:pPr>
            <a:r>
              <a:t>Top 10 artistas = 18.3% del tiempo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Aranza: diversidad y exploracion</a:t>
            </a:r>
          </a:p>
        </p:txBody>
      </p:sp>
      <p:pic>
        <p:nvPicPr>
          <p:cNvPr id="3" name="Picture 2" descr="06_diversidad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414"/>
                </a:solidFill>
              </a:defRPr>
            </a:pPr>
            <a:r>
              <a:t>9,763 canciones unicas</a:t>
            </a:r>
          </a:p>
          <a:p>
            <a:pPr>
              <a:defRPr sz="1400">
                <a:solidFill>
                  <a:srgbClr val="191414"/>
                </a:solidFill>
              </a:defRPr>
            </a:pPr>
            <a:r>
              <a:t>Mes pico: 2020-03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91414"/>
                </a:solidFill>
              </a:defRPr>
            </a:pPr>
            <a:r>
              <a:t>Juan Pablo: K-Means silhouette 0.292; skip F1 0.478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Aranza: K-Means silhouette 0.301; skip F1 0.020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Los modelos resumen comportamiento; no automatizan decisiones personales.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1414"/>
                </a:solidFill>
              </a:rPr>
              <a:t>Privacidad y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91414"/>
                </a:solidFill>
              </a:defRPr>
            </a:pPr>
            <a:r>
              <a:t>Spotify revela rutinas, dispositivos, paises y preferencias persistentes.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Se reportan agregados y se omiten campos sensibles.</a:t>
            </a:r>
          </a:p>
          <a:p>
            <a:pPr>
              <a:defRPr sz="2100">
                <a:solidFill>
                  <a:srgbClr val="191414"/>
                </a:solidFill>
              </a:defRPr>
            </a:pPr>
            <a:r>
              <a:t>La huella musical tambien es una huella conductual.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